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CLOUD SIM TOOL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Cloud Computing Simulation Toolkit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CloudSim?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CloudSim</a:t>
            </a:r>
            <a:r>
              <a:rPr dirty="0"/>
              <a:t> is a simulation toolkit for cloud computing environments.</a:t>
            </a:r>
          </a:p>
          <a:p>
            <a:pPr marL="0" indent="0">
              <a:buNone/>
            </a:pPr>
            <a:r>
              <a:rPr dirty="0"/>
              <a:t>• It allows researchers to model and simulate cloud infrastructure.</a:t>
            </a:r>
          </a:p>
          <a:p>
            <a:pPr marL="0" indent="0">
              <a:buNone/>
            </a:pPr>
            <a:r>
              <a:rPr dirty="0"/>
              <a:t>• Developed by the Cloud Computing and Distributed Systems (CLOUDS) Lab.</a:t>
            </a:r>
          </a:p>
          <a:p>
            <a:pPr marL="0" indent="0">
              <a:buNone/>
            </a:pPr>
            <a:r>
              <a:rPr dirty="0"/>
              <a:t>• Written in Java and widely used in academic research.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176" y="481275"/>
            <a:ext cx="83301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 </a:t>
            </a:r>
            <a:r>
              <a:rPr lang="en-US" sz="2800" b="1" dirty="0"/>
              <a:t>simulation toolkit </a:t>
            </a:r>
            <a:r>
              <a:rPr lang="en-US" sz="2800" dirty="0"/>
              <a:t>is </a:t>
            </a:r>
            <a:r>
              <a:rPr lang="en-US" sz="2800" dirty="0" smtClean="0"/>
              <a:t>a </a:t>
            </a:r>
            <a:r>
              <a:rPr lang="en-US" sz="2800" dirty="0">
                <a:solidFill>
                  <a:srgbClr val="FF0000"/>
                </a:solidFill>
              </a:rPr>
              <a:t>set of software tools, libraries, or frameworks used to create, execute, and analyze virtual models of real-world systems, </a:t>
            </a:r>
            <a:r>
              <a:rPr lang="en-US" sz="2800" dirty="0" smtClean="0">
                <a:solidFill>
                  <a:srgbClr val="FF0000"/>
                </a:solidFill>
              </a:rPr>
              <a:t>processes. </a:t>
            </a:r>
          </a:p>
          <a:p>
            <a:pPr algn="just"/>
            <a:endParaRPr lang="en-US" sz="2800" dirty="0" smtClean="0">
              <a:solidFill>
                <a:srgbClr val="FF0000"/>
              </a:solidFill>
            </a:endParaRPr>
          </a:p>
          <a:p>
            <a:pPr algn="just"/>
            <a:r>
              <a:rPr lang="en-US" sz="2800" dirty="0" smtClean="0"/>
              <a:t>It </a:t>
            </a:r>
            <a:r>
              <a:rPr lang="en-US" sz="2800" dirty="0"/>
              <a:t>allows researchers and engineers to test scenarios and predict performance without needing a physical prototype</a:t>
            </a:r>
            <a:r>
              <a:rPr lang="en-US" sz="2800" b="1" dirty="0">
                <a:solidFill>
                  <a:srgbClr val="0070C0"/>
                </a:solidFill>
              </a:rPr>
              <a:t>, enabling cost reduction, safety analysis, and rapid iteration.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4310164"/>
            <a:ext cx="7964424" cy="181588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70C0"/>
                </a:solidFill>
              </a:rPr>
              <a:t>Simulation </a:t>
            </a:r>
            <a:r>
              <a:rPr lang="en-US" sz="2800" b="1" dirty="0">
                <a:solidFill>
                  <a:srgbClr val="FF0000"/>
                </a:solidFill>
              </a:rPr>
              <a:t>is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the process of creating a virtual representation of a real-world system, process, or environment to study its behavior under various conditions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132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CloudSim?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" y="1645920"/>
            <a:ext cx="9043416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Testing cloud algorithms without real infrastructure</a:t>
            </a:r>
          </a:p>
          <a:p>
            <a:pPr marL="0" indent="0">
              <a:buNone/>
            </a:pPr>
            <a:r>
              <a:rPr dirty="0"/>
              <a:t>• Cost‑effective experimentation</a:t>
            </a:r>
          </a:p>
          <a:p>
            <a:pPr marL="0" indent="0">
              <a:buNone/>
            </a:pPr>
            <a:r>
              <a:rPr dirty="0"/>
              <a:t>• Performance evaluation of cloud systems</a:t>
            </a:r>
          </a:p>
          <a:p>
            <a:pPr marL="0" indent="0">
              <a:buNone/>
            </a:pPr>
            <a:r>
              <a:rPr dirty="0"/>
              <a:t>• Simulation of large scale data centers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Main Components of </a:t>
            </a:r>
            <a:r>
              <a:rPr b="1" dirty="0" err="1">
                <a:solidFill>
                  <a:srgbClr val="0070C0"/>
                </a:solidFill>
              </a:rPr>
              <a:t>CloudSim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8488"/>
            <a:ext cx="8860536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Datacenter</a:t>
            </a:r>
            <a:r>
              <a:rPr dirty="0"/>
              <a:t> – Physical cloud infrastructure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Host </a:t>
            </a:r>
            <a:r>
              <a:rPr dirty="0"/>
              <a:t>– Physical server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Virtual Machine (VM) </a:t>
            </a:r>
            <a:r>
              <a:rPr dirty="0"/>
              <a:t>– Virtual computer running on host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Cloudlet</a:t>
            </a:r>
            <a:r>
              <a:rPr dirty="0"/>
              <a:t> – Task or job submitted by users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Broker</a:t>
            </a:r>
            <a:r>
              <a:rPr dirty="0"/>
              <a:t> – Manages interaction between user and cloud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CloudSim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User → Broker → Virtual Machine → Host → Datacenter</a:t>
            </a:r>
          </a:p>
          <a:p>
            <a:r>
              <a:rPr dirty="0"/>
              <a:t>Tasks are submitted by users and executed on VMs in hosts.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CloudSim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Open source and free</a:t>
            </a:r>
          </a:p>
          <a:p>
            <a:pPr marL="0" indent="0">
              <a:buNone/>
            </a:pPr>
            <a:r>
              <a:rPr dirty="0"/>
              <a:t>• Supports large scale experiments</a:t>
            </a:r>
          </a:p>
          <a:p>
            <a:pPr marL="0" indent="0">
              <a:buNone/>
            </a:pPr>
            <a:r>
              <a:rPr dirty="0"/>
              <a:t>• Helps evaluate scheduling algorithms</a:t>
            </a:r>
          </a:p>
          <a:p>
            <a:pPr marL="0" indent="0">
              <a:buNone/>
            </a:pPr>
            <a:r>
              <a:rPr dirty="0"/>
              <a:t>• Easy integration with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CloudSim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Cloud resource scheduling research</a:t>
            </a:r>
          </a:p>
          <a:p>
            <a:pPr marL="0" indent="0">
              <a:buNone/>
            </a:pPr>
            <a:r>
              <a:rPr dirty="0"/>
              <a:t>• Load balancing studies</a:t>
            </a:r>
          </a:p>
          <a:p>
            <a:pPr marL="0" indent="0">
              <a:buNone/>
            </a:pPr>
            <a:r>
              <a:rPr dirty="0"/>
              <a:t>• Energy‑efficient cloud computing</a:t>
            </a:r>
          </a:p>
          <a:p>
            <a:pPr marL="0" indent="0">
              <a:buNone/>
            </a:pPr>
            <a:r>
              <a:rPr dirty="0"/>
              <a:t>• Performance evaluation of cloud infrastructures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Example Simulation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1 Datacenter</a:t>
            </a:r>
          </a:p>
          <a:p>
            <a:pPr marL="0" indent="0">
              <a:buNone/>
            </a:pPr>
            <a:r>
              <a:rPr dirty="0"/>
              <a:t>• 5 </a:t>
            </a:r>
            <a:r>
              <a:rPr dirty="0" smtClean="0"/>
              <a:t>Hosts</a:t>
            </a:r>
            <a:endParaRPr lang="en-US" dirty="0" smtClean="0"/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10 Virtual Machines</a:t>
            </a:r>
          </a:p>
          <a:p>
            <a:pPr marL="0" indent="0">
              <a:buNone/>
            </a:pPr>
            <a:r>
              <a:rPr dirty="0"/>
              <a:t>• 20 Cloudlets</a:t>
            </a:r>
          </a:p>
          <a:p>
            <a:r>
              <a:rPr dirty="0" err="1"/>
              <a:t>CloudSim</a:t>
            </a:r>
            <a:r>
              <a:rPr dirty="0"/>
              <a:t> simulates execution and reports performance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CloudSim</a:t>
            </a:r>
            <a:r>
              <a:rPr dirty="0"/>
              <a:t> is an important tool for cloud computing research.</a:t>
            </a:r>
          </a:p>
          <a:p>
            <a:pPr marL="0" indent="0">
              <a:buNone/>
            </a:pPr>
            <a:r>
              <a:rPr dirty="0"/>
              <a:t>• It enables testing of algorithms and infrastructure without real hardware.</a:t>
            </a:r>
          </a:p>
          <a:p>
            <a:pPr marL="0" indent="0">
              <a:buNone/>
            </a:pPr>
            <a:r>
              <a:rPr dirty="0"/>
              <a:t>• Widely used in academic and experimental cloud studies.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341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CLOUD SIM TOOL</vt:lpstr>
      <vt:lpstr>What is CloudSim?</vt:lpstr>
      <vt:lpstr>PowerPoint Presentation</vt:lpstr>
      <vt:lpstr>Why Use CloudSim?</vt:lpstr>
      <vt:lpstr>Main Components of CloudSim</vt:lpstr>
      <vt:lpstr>CloudSim Architecture</vt:lpstr>
      <vt:lpstr>Advantages of CloudSim</vt:lpstr>
      <vt:lpstr>Applications of CloudSim</vt:lpstr>
      <vt:lpstr>Example Simulation Scenario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>Lenovo</dc:creator>
  <cp:keywords/>
  <dc:description>generated using python-pptx</dc:description>
  <cp:lastModifiedBy>Lenovo</cp:lastModifiedBy>
  <cp:revision>13</cp:revision>
  <dcterms:created xsi:type="dcterms:W3CDTF">2013-01-27T09:14:16Z</dcterms:created>
  <dcterms:modified xsi:type="dcterms:W3CDTF">2026-03-29T14:55:44Z</dcterms:modified>
  <cp:category/>
</cp:coreProperties>
</file>